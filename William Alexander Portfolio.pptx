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Alexander" userId="b5660d22b1b1aa61" providerId="LiveId" clId="{9167B724-8F19-4BED-B8AA-1A16F80B2BDD}"/>
    <pc:docChg chg="delSld">
      <pc:chgData name="William Alexander" userId="b5660d22b1b1aa61" providerId="LiveId" clId="{9167B724-8F19-4BED-B8AA-1A16F80B2BDD}" dt="2026-09-28T00:19:05.298" v="1" actId="47"/>
      <pc:docMkLst>
        <pc:docMk/>
      </pc:docMkLst>
      <pc:sldChg chg="del">
        <pc:chgData name="William Alexander" userId="b5660d22b1b1aa61" providerId="LiveId" clId="{9167B724-8F19-4BED-B8AA-1A16F80B2BDD}" dt="2026-09-28T00:19:05.284" v="0" actId="47"/>
        <pc:sldMkLst>
          <pc:docMk/>
          <pc:sldMk cId="3426015659" sldId="259"/>
        </pc:sldMkLst>
      </pc:sldChg>
      <pc:sldChg chg="del">
        <pc:chgData name="William Alexander" userId="b5660d22b1b1aa61" providerId="LiveId" clId="{9167B724-8F19-4BED-B8AA-1A16F80B2BDD}" dt="2026-09-28T00:19:05.298" v="1" actId="47"/>
        <pc:sldMkLst>
          <pc:docMk/>
          <pc:sldMk cId="734237365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F1DD-6355-E278-7E22-8EF72DD9D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8E1DC-5E66-9F43-D821-1629FDC5D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B8CC-3CB0-4A7A-2ADF-911F6960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C121-F622-2900-DA5E-5C1F84B1C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2D983-E9DA-A978-2D95-BE9F09B1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9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F090-36A0-882E-FD77-90774365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3FF3-9FA9-4FBB-89A9-2EE4AF69C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EB92B-B370-B7B9-FFD3-F33F9929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3147A-7391-4DDF-B851-95380ACA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1F57-5187-2800-1762-F4AF78EF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9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2436-5101-94C3-C6A4-87EE1843E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3C241-EA4C-5B3B-6F79-A738F2D1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2BA05-5CAE-6AD0-BFFE-28980A95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2210B-9554-EF0F-A749-C1CF6664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325F8-7AA1-3B50-4D2F-C425BFD8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C04E-00CF-9CA1-AB93-D5C63EDF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8813-E781-32A9-5E4A-562644932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F4222-6E35-3EC5-81B6-EF419269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0AF9A-B704-31BD-DBCE-CE4026FA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6FF55-303D-A5AF-7E0E-407478F6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827A6-F0E4-2EB5-6147-B84CA8C8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1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152A-FB1C-7910-2BC2-CA30A7B4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AC231-B49A-FCAC-FE29-4D70624C7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56D2A-FCD0-B6E6-4473-F113A8A37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D63E6-25F0-0D4F-FF78-2B43C4095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BCCDB-0C54-844C-997A-47D31A167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D39954-511E-137D-E9A1-D44454D1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7D1B2-7FEE-7A90-C0AB-45099293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BD15F-3778-A613-8EB9-88F0CA60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7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3D30-8930-1EFE-03D7-9D5DF7D6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B1124-A814-4150-7DB3-5DACD9C3D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C1627-A7B3-ABE9-C9E1-8551A678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4AB14-65F4-1307-1AF4-264C3A7C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6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F68BE-0818-74F3-8064-B9D66116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7A018-DDE4-05FD-52B1-29E6CBB9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2F8D8-CD60-FE73-45CE-8252AE89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8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36B20-0277-4112-899C-12D47A2F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DE14-E80F-F9C4-C80B-31C77C0CA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B824E-632D-62D9-9B13-67391435B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6E261-DDA4-D9D8-6ADA-D523F9CC1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E18A-8A99-1B57-315C-E2E3B22A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E1D32-76B9-D40C-3060-5890D380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4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00F0-0A9B-54C2-A5CA-675257B0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CFAF2-0C00-CFD1-8F4B-9C747CF141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8C127-301B-3194-55A9-9C9F8C35F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B4000-F7CB-27F5-BA1D-6752D2A7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7CFAA-EB68-2BDA-29E9-27322559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26A8D-FC15-5357-D8E3-A596FC3A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6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9CF1-7730-3D14-611F-BDC2E45E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DDEE9-1C35-428D-6DCC-0351E781C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0E8B-2224-FB86-A453-9A3BC138F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C9DD2-5C6C-84B2-52C3-5E42D1D9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4EC9-0AC2-76EA-E111-346AE4BC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1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F140A-1892-4F32-DBAE-528D58C6B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45F3B-498C-A6FC-A864-C60B62DAB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8067-B5A2-2A32-6DF4-6F29D516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6480C-E9D2-0919-9EE6-0EC723484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AEEEC-339F-7BBA-3550-F6BAAE74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7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ECC47-060F-DCF0-AAE0-0F5D8138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D199D-7801-7910-730C-6913498A5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676EB-5AA7-5244-FB59-26E7FB6B6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0F37A-96B5-486E-9A66-600AA662970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17B3A-8BB1-47E3-3863-2B259D81B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A2B-BB34-7F51-0346-0DAC9611D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31109-C021-4FCD-8490-F7DB5C7B4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2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403FE9-7C87-49FD-8655-5758A35E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F886E-D42F-6085-4199-8C26C1C4A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50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BCB0-01EB-2D0F-1B8C-4AB3CF44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99554C-AB0D-A0A8-3B66-E952A371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9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69FA5-FB00-5E60-088D-3E6933F1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FD8FB-47EE-E17E-A971-A89CD1851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0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1319-9276-6B54-5258-0E3A1DAD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8998E-2460-01F0-71CF-D9203A983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7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19BD-F77C-F4CC-4BA2-23D2F6B5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834CC9-7C63-827A-A58E-AEE5F6997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5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BAB3-F11F-F38C-FD21-56004D369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D823B5-785B-EA79-5333-397E70A4C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0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7D96E99745334CB74AFE764ADAB7F3" ma:contentTypeVersion="4" ma:contentTypeDescription="Create a new document." ma:contentTypeScope="" ma:versionID="d76fd170f93b636d490708407fa4be27">
  <xsd:schema xmlns:xsd="http://www.w3.org/2001/XMLSchema" xmlns:xs="http://www.w3.org/2001/XMLSchema" xmlns:p="http://schemas.microsoft.com/office/2006/metadata/properties" xmlns:ns3="7612c1a0-0b32-4dc6-b9d0-48bbd94bd0ad" targetNamespace="http://schemas.microsoft.com/office/2006/metadata/properties" ma:root="true" ma:fieldsID="383228c824203f168e9f4507cd534d62" ns3:_="">
    <xsd:import namespace="7612c1a0-0b32-4dc6-b9d0-48bbd94bd0a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2c1a0-0b32-4dc6-b9d0-48bbd94bd0a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9BE3D5-2009-4E7B-8FA8-7DA53C3A48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12c1a0-0b32-4dc6-b9d0-48bbd94bd0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A19C35-A7B5-42D8-8290-4F6C5A6AE5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143880-2542-4438-98D0-82B12921BCB9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7612c1a0-0b32-4dc6-b9d0-48bbd94bd0ad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william.alexander502</dc:creator>
  <cp:lastModifiedBy>William Alexander</cp:lastModifiedBy>
  <cp:revision>2</cp:revision>
  <dcterms:created xsi:type="dcterms:W3CDTF">2026-09-23T21:58:07Z</dcterms:created>
  <dcterms:modified xsi:type="dcterms:W3CDTF">2026-09-28T00:19:15Z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0x010100C27D96E99745334CB74AFE764ADAB7F3</vt:lpwstr>
  </property>
</Properties>
</file>